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822960" cy="7315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spending and literacy in rural Sindh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Tashfeen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FA24-BEDS-102 · ECO346 Data Visualization Techniques for Economists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solidFill>
            <a:srgbClr val="2A4A74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variant: 2 = Sindh, rural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÷ 8 leaves remainder 2 · PSLM 2019–20, weighted by household weight · 1,440 students, 7,171 persons aged 10–64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rural Sindh students cost families under Rs 4,500 a year; the top tenth, over Rs 15,500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383280" cy="731520"/>
          </a:xfrm>
          <a:prstGeom prst="rect">
            <a:avLst/>
          </a:prstGeom>
          <a:solidFill>
            <a:srgbClr val="F3F6FA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4,500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(unweighted: Rs 4,295)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383280" cy="731520"/>
          </a:xfrm>
          <a:prstGeom prst="rect">
            <a:avLst/>
          </a:prstGeom>
          <a:solidFill>
            <a:srgbClr val="F3F6FA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73152" cy="73152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40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5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15,500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90th percentile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383280" cy="731520"/>
          </a:xfrm>
          <a:prstGeom prst="rect">
            <a:avLst/>
          </a:prstGeom>
          <a:solidFill>
            <a:srgbClr val="F3F6FA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73152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15.5×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90th to 10th percentile (Rs 1,000)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scale: spending runs from Rs 100 to Rs 1,000,000</a:t>
            </a:r>
            <a:endParaRPr lang="en-US" sz="1200" dirty="0"/>
          </a:p>
        </p:txBody>
      </p:sp>
      <p:pic>
        <p:nvPicPr>
          <p:cNvPr id="15" name="Image 0" descr="img/spe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1371600"/>
            <a:ext cx="4572000" cy="30632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PSLM 2019–20; students (ed_total &gt; 0), rural Sindh, n = 1,440; weighted by hhweight. 1 student below Rs 100 excluded from the histogram.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Makeover: from 7,171 overlapping dots to two labelled lines of average literacy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(R, untouched)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1300" dirty="0"/>
          </a:p>
        </p:txBody>
      </p:sp>
      <p:pic>
        <p:nvPicPr>
          <p:cNvPr id="7" name="Image 0" descr="img/defa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81328"/>
            <a:ext cx="4023360" cy="2331720"/>
          </a:xfrm>
          <a:prstGeom prst="rect">
            <a:avLst/>
          </a:prstGeom>
        </p:spPr>
      </p:pic>
      <p:pic>
        <p:nvPicPr>
          <p:cNvPr id="8" name="Image 1" descr="img/literac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481328"/>
            <a:ext cx="4023360" cy="2331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means by age band: read by position on a common scale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and men direct-labelled, no legend (data–ink)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hides nothing of the 0/1 data but overplots; redesign hides single years of 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rural Sindh women are far less literate than men at every 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920240"/>
          </a:xfrm>
          <a:prstGeom prst="rect">
            <a:avLst/>
          </a:prstGeom>
          <a:solidFill>
            <a:srgbClr val="F3F6FA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15–19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920240"/>
          </a:xfrm>
          <a:prstGeom prst="rect">
            <a:avLst/>
          </a:prstGeom>
          <a:solidFill>
            <a:srgbClr val="F3F6FA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44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55–59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8308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40.0%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gap: ages 30–34, 42.5 points (men 60.2%, women 17.7%)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women read more than older women, but still trail young men by about 30 points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 us: this compares cohorts at one date, not how any person changed, or why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PSLM 2019–20; persons aged 10–64, rural Sindh; weighted by hhweight. R and Python band tables agree (women 15–19: 28.0% in both).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FA24-BEDS-102 ECO346 Assignment 1</dc:title>
  <dc:subject>PptxGenJS Presentation</dc:subject>
  <dc:creator>Sarah Tashfeen</dc:creator>
  <cp:lastModifiedBy>Sarah Tashfeen</cp:lastModifiedBy>
  <cp:revision>1</cp:revision>
  <dcterms:created xsi:type="dcterms:W3CDTF">2026-10-26T18:43:12Z</dcterms:created>
  <dcterms:modified xsi:type="dcterms:W3CDTF">2026-10-26T18:43:12Z</dcterms:modified>
</cp:coreProperties>
</file>